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tha S" userId="a83978eca231f15f" providerId="LiveId" clId="{86771515-A9F7-4CAB-974E-E319C4BFC23A}"/>
    <pc:docChg chg="modSld">
      <pc:chgData name="Nivetha S" userId="a83978eca231f15f" providerId="LiveId" clId="{86771515-A9F7-4CAB-974E-E319C4BFC23A}" dt="2025-04-16T19:58:24.735" v="8" actId="732"/>
      <pc:docMkLst>
        <pc:docMk/>
      </pc:docMkLst>
      <pc:sldChg chg="modSp mod">
        <pc:chgData name="Nivetha S" userId="a83978eca231f15f" providerId="LiveId" clId="{86771515-A9F7-4CAB-974E-E319C4BFC23A}" dt="2025-04-16T19:57:26.419" v="0" actId="14100"/>
        <pc:sldMkLst>
          <pc:docMk/>
          <pc:sldMk cId="3616021137" sldId="259"/>
        </pc:sldMkLst>
        <pc:spChg chg="mod">
          <ac:chgData name="Nivetha S" userId="a83978eca231f15f" providerId="LiveId" clId="{86771515-A9F7-4CAB-974E-E319C4BFC23A}" dt="2025-04-16T19:57:26.419" v="0" actId="14100"/>
          <ac:spMkLst>
            <pc:docMk/>
            <pc:sldMk cId="3616021137" sldId="259"/>
            <ac:spMk id="14" creationId="{010E5F37-49FC-A9E8-7E6B-50C3806E08F7}"/>
          </ac:spMkLst>
        </pc:spChg>
      </pc:sldChg>
      <pc:sldChg chg="modSp mod">
        <pc:chgData name="Nivetha S" userId="a83978eca231f15f" providerId="LiveId" clId="{86771515-A9F7-4CAB-974E-E319C4BFC23A}" dt="2025-04-16T19:57:43.137" v="2" actId="14100"/>
        <pc:sldMkLst>
          <pc:docMk/>
          <pc:sldMk cId="2222232124" sldId="260"/>
        </pc:sldMkLst>
        <pc:picChg chg="mod">
          <ac:chgData name="Nivetha S" userId="a83978eca231f15f" providerId="LiveId" clId="{86771515-A9F7-4CAB-974E-E319C4BFC23A}" dt="2025-04-16T19:57:43.137" v="2" actId="14100"/>
          <ac:picMkLst>
            <pc:docMk/>
            <pc:sldMk cId="2222232124" sldId="260"/>
            <ac:picMk id="4" creationId="{0D199312-A127-EA24-D255-B0DF280AAC39}"/>
          </ac:picMkLst>
        </pc:picChg>
      </pc:sldChg>
      <pc:sldChg chg="modSp mod">
        <pc:chgData name="Nivetha S" userId="a83978eca231f15f" providerId="LiveId" clId="{86771515-A9F7-4CAB-974E-E319C4BFC23A}" dt="2025-04-16T19:58:24.735" v="8" actId="732"/>
        <pc:sldMkLst>
          <pc:docMk/>
          <pc:sldMk cId="2308173339" sldId="261"/>
        </pc:sldMkLst>
        <pc:spChg chg="mod">
          <ac:chgData name="Nivetha S" userId="a83978eca231f15f" providerId="LiveId" clId="{86771515-A9F7-4CAB-974E-E319C4BFC23A}" dt="2025-04-16T19:58:08.282" v="6" actId="403"/>
          <ac:spMkLst>
            <pc:docMk/>
            <pc:sldMk cId="2308173339" sldId="261"/>
            <ac:spMk id="3" creationId="{D6951133-8A12-C865-B693-E1EA3468A2D7}"/>
          </ac:spMkLst>
        </pc:spChg>
        <pc:picChg chg="mod modCrop">
          <ac:chgData name="Nivetha S" userId="a83978eca231f15f" providerId="LiveId" clId="{86771515-A9F7-4CAB-974E-E319C4BFC23A}" dt="2025-04-16T19:58:24.735" v="8" actId="732"/>
          <ac:picMkLst>
            <pc:docMk/>
            <pc:sldMk cId="2308173339" sldId="261"/>
            <ac:picMk id="6" creationId="{AD468F49-3DD8-176D-52D4-D90EA33510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CD45-ABF0-2A51-A3EC-7615CFEC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33B6A-4DD5-D052-4EAF-CBAAC4CC9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0618B-F6AA-6D51-32F9-7DF8D96F6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62931-50E2-9D85-C698-C37485A9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BC96-42E1-D680-AF84-F32CC61A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85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8CC4-B2CD-1144-6F9E-7B72DD9F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A51F-983A-E092-2A8A-4A6EA2F01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BAE1-96D9-CCBF-E56B-4D9DCD46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3DEB1-E321-A869-6C25-8F57F866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2CC80-D35B-9A1E-0C87-014FBA4C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6F4D-DD52-45B5-B429-82490663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99261-321E-9B32-7128-8EE5A6C7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4683-8513-BBB1-4573-A0A4AF62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BF83-6A7E-47D6-68E0-6C5F1C87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C9480-C506-0424-0364-ADE665D7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30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30D1C-1480-7EB2-2EB4-0BAC17F0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EDA2E-256D-16B4-A27E-C11082252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5326D-05A5-A659-B486-5B726D132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FB718-5D0B-611C-8950-A31062B8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1523B-33F6-BA78-8E25-45AFECC0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6865B-BE70-B995-EA7D-828191CB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62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4EA2-6B9C-EB02-CC67-EEF98987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32EC1-7DCC-9FAF-BB86-0E6AC15B5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8ED6B-38B9-4D9C-2522-5B9DA21BA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FEA85-9BA1-D6AB-E808-5C575A8A1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E4BB6-6A54-7A8F-381F-5DB773D7A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7D00F-65D9-4BCA-584A-BFEA4030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FD75C-237E-5FD9-275C-E8A933A4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49057-E852-D1A9-15C3-B7B7E180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81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FEB9-8A37-F012-A763-D4C38F92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F3A74-91A6-DD58-99CF-AADE8441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ACB2E-5093-9055-6E15-72F4100C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61F14-32EA-B053-0EE8-91F85E7F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955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C617C-43BA-030B-B37B-7CADC9D0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3EA6E-0B58-E3A7-C545-894122ED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E9956-A392-97C9-A95E-D599D121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772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67B7-E44B-DF87-AE97-AFD54480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841D-E9CE-F313-0EA7-3C9B6197C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C0BC5-7CCA-D89C-1AF8-63E71607C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235DB-443B-8E8C-5BD2-65517310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DF501-3D62-3CAF-E791-C85FA943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DE59A-1212-4567-454A-0C9BF508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35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A2E3-F415-5DC9-6777-BDF52FB6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4A35CA-5E0D-F4AF-7F20-954EF9642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8C168-328E-7DDD-6BC3-831781E7B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EE165-D191-F515-B857-4DFBF1A5C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0F4FC-86E5-2E3F-C99B-B9344106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DE7B3-ABFF-6C05-489D-6A042EAD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93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F68A-9A06-C11F-A317-60DF42CD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2EE3-9959-33A5-A97E-062A9674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D6C81-0C08-4073-D3AD-BC96DC209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3CF99-C612-BDD3-1B1E-C9AA59C5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AD18E-5A2F-93B3-BE53-98C509DF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00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2052F-8839-C307-1B45-DA59C1E68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9353E-DD99-C253-E25E-7EE68B285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5F4F6-9B0C-1353-DA65-EE7EC406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21FB9-FFF7-D96F-6C85-9599DF80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68FF9-5538-621C-D549-B844F613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2C83-F41D-D79E-FCE8-1FAD6880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5A8B1-4D6E-0F19-BA03-26CB3D667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F0FC4-C84B-38CD-CF0B-ED0F46CCB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E5F6D-E4D4-4459-9983-A44F76974AD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9659-6BD2-0BE3-2D0C-B93B970A0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29194-FB7F-F3FF-152B-2AB892BCD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6F8E0-03A3-4611-AF59-33489153E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10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B714F4-9328-E9A3-9A52-D218BCBD3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384" y="0"/>
            <a:ext cx="564961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49EA09-1DA1-1865-111C-ADF133FFD86C}"/>
              </a:ext>
            </a:extLst>
          </p:cNvPr>
          <p:cNvSpPr txBox="1"/>
          <p:nvPr/>
        </p:nvSpPr>
        <p:spPr>
          <a:xfrm>
            <a:off x="388374" y="1859339"/>
            <a:ext cx="548738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wis721 BlkOul BT" panose="04020905030B03040203" pitchFamily="82" charset="0"/>
                <a:sym typeface="+mn-ea"/>
              </a:rPr>
              <a:t>ANALZING FOREST FIRE DATA</a:t>
            </a:r>
            <a:endParaRPr lang="en-IN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FE70C-0795-E030-7D52-0E2DDFB4222E}"/>
              </a:ext>
            </a:extLst>
          </p:cNvPr>
          <p:cNvSpPr txBox="1"/>
          <p:nvPr/>
        </p:nvSpPr>
        <p:spPr>
          <a:xfrm>
            <a:off x="9320100" y="5742144"/>
            <a:ext cx="2573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1800" b="1" dirty="0">
                <a:solidFill>
                  <a:schemeClr val="bg1"/>
                </a:solidFill>
                <a:latin typeface="Franklin Gothic Book" panose="020B0503020102020204" pitchFamily="34" charset="0"/>
                <a:sym typeface="+mn-ea"/>
              </a:rPr>
              <a:t>S</a:t>
            </a:r>
            <a:r>
              <a:rPr lang="en-US" sz="1800" b="1" dirty="0">
                <a:solidFill>
                  <a:schemeClr val="bg1"/>
                </a:solidFill>
                <a:latin typeface="Franklin Gothic Book" panose="020B0503020102020204" pitchFamily="34" charset="0"/>
                <a:sym typeface="+mn-ea"/>
              </a:rPr>
              <a:t>.NIVETHA</a:t>
            </a:r>
            <a:endParaRPr lang="en-US" sz="1800" b="1" spc="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Franklin Gothic Book" panose="020B0503020102020204" pitchFamily="34" charset="0"/>
                <a:sym typeface="+mn-ea"/>
              </a:rPr>
              <a:t>RA2432241040034</a:t>
            </a:r>
            <a:endParaRPr lang="en-US" sz="180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66701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61B7-E1CA-07C7-5C12-6D1DEBEF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9695-C6A4-CD9F-35B0-C4767D76F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155" y="1825625"/>
            <a:ext cx="8197645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fires can cause damage to the environment, wildlife, and human lives. Early detection is crucial to prevent large-scale wildwood.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uses R programming to detect forest fires by analyzing satellite images and environmental data. R’s powerful tools are used to process data like temperature, humidity, and vegetation levels.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Random Forest algorithms , the model can identify patterns that indicate a fire might be happening or is about to occur.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that helps to  predict potential fire outbreaks, allowing authorities to act quickly. The approach is efficient and accessible, making it a valuable tool for managing forest fires and protecting the environment.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E18D7-0E3C-953D-3BA0-104A31DE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90"/>
          <a:stretch/>
        </p:blipFill>
        <p:spPr>
          <a:xfrm>
            <a:off x="838200" y="1825625"/>
            <a:ext cx="1793896" cy="366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5009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F1F4-5BDA-3311-15F1-40726F17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BC1AB-0166-3606-28FE-444304D77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15983" cy="293661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Forest fire detection system using R programming, satellite imagery data to identify potential fire hotspots by applying image processing techniques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to extract key features like temperature anomalies and pixel color variations, enabling early detection and alert for timely intervention.</a:t>
            </a:r>
          </a:p>
          <a:p>
            <a:pPr>
              <a:lnSpc>
                <a:spcPct val="120000"/>
              </a:lnSpc>
            </a:pP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methodology involves in forest fire system are 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pre-processing, feature extraction, model training with classification algorithms like random forest, and evaluation of accuracy to optimize the system's performance in identifying fire occurrences within a given forest area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B06FD132-4CA4-7B5F-0CB7-D78A8C16000A}"/>
              </a:ext>
            </a:extLst>
          </p:cNvPr>
          <p:cNvSpPr/>
          <p:nvPr/>
        </p:nvSpPr>
        <p:spPr>
          <a:xfrm>
            <a:off x="7209013" y="1899592"/>
            <a:ext cx="478826" cy="666627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C2134BF8-BF82-4057-40C7-2EBEA4BE9D46}"/>
              </a:ext>
            </a:extLst>
          </p:cNvPr>
          <p:cNvSpPr/>
          <p:nvPr/>
        </p:nvSpPr>
        <p:spPr>
          <a:xfrm>
            <a:off x="7213934" y="2571135"/>
            <a:ext cx="478826" cy="666627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9E5EAB6-9CD6-E549-C040-198FCE949B6D}"/>
              </a:ext>
            </a:extLst>
          </p:cNvPr>
          <p:cNvSpPr/>
          <p:nvPr/>
        </p:nvSpPr>
        <p:spPr>
          <a:xfrm>
            <a:off x="7208033" y="3237762"/>
            <a:ext cx="478826" cy="666627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F982820-93D4-0872-3B53-35CD6B7C2165}"/>
              </a:ext>
            </a:extLst>
          </p:cNvPr>
          <p:cNvSpPr/>
          <p:nvPr/>
        </p:nvSpPr>
        <p:spPr>
          <a:xfrm>
            <a:off x="7208033" y="3904389"/>
            <a:ext cx="478826" cy="666627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4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A9BC0DD-E0F9-1472-D1BC-3C8055C60A31}"/>
              </a:ext>
            </a:extLst>
          </p:cNvPr>
          <p:cNvSpPr/>
          <p:nvPr/>
        </p:nvSpPr>
        <p:spPr>
          <a:xfrm>
            <a:off x="7208033" y="4571016"/>
            <a:ext cx="478826" cy="666627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5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ECA7491-492F-2676-742B-70F5E1C9EBEB}"/>
              </a:ext>
            </a:extLst>
          </p:cNvPr>
          <p:cNvSpPr/>
          <p:nvPr/>
        </p:nvSpPr>
        <p:spPr>
          <a:xfrm>
            <a:off x="7201155" y="5266156"/>
            <a:ext cx="478826" cy="666627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6</a:t>
            </a:r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0F62D1-1F25-E37B-8523-216B82BD36A5}"/>
              </a:ext>
            </a:extLst>
          </p:cNvPr>
          <p:cNvSpPr txBox="1"/>
          <p:nvPr/>
        </p:nvSpPr>
        <p:spPr>
          <a:xfrm>
            <a:off x="7208033" y="2006413"/>
            <a:ext cx="4626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 the collection of raw datasets.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0E5F37-49FC-A9E8-7E6B-50C3806E08F7}"/>
              </a:ext>
            </a:extLst>
          </p:cNvPr>
          <p:cNvSpPr txBox="1"/>
          <p:nvPr/>
        </p:nvSpPr>
        <p:spPr>
          <a:xfrm>
            <a:off x="7201155" y="2607632"/>
            <a:ext cx="4632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Include cleaning, handling missing values, and splitting into training/testing sets.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1C8183-696F-F604-03EA-2959E839389D}"/>
              </a:ext>
            </a:extLst>
          </p:cNvPr>
          <p:cNvSpPr txBox="1"/>
          <p:nvPr/>
        </p:nvSpPr>
        <p:spPr>
          <a:xfrm>
            <a:off x="7686859" y="3254206"/>
            <a:ext cx="423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Highlight critical data points from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variables.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Architecture of the Random Forest algorithm. | Download Scientific Diagram">
            <a:extLst>
              <a:ext uri="{FF2B5EF4-FFF2-40B4-BE49-F238E27FC236}">
                <a16:creationId xmlns:a16="http://schemas.microsoft.com/office/drawing/2014/main" id="{5A30D592-9433-8A42-3B64-393954DE5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08" y="4303951"/>
            <a:ext cx="3594292" cy="2250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9AC8D8A-9758-EEE0-A4CE-C0E4395F649B}"/>
              </a:ext>
            </a:extLst>
          </p:cNvPr>
          <p:cNvSpPr txBox="1"/>
          <p:nvPr/>
        </p:nvSpPr>
        <p:spPr>
          <a:xfrm>
            <a:off x="7679981" y="3934906"/>
            <a:ext cx="4240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 the use of Random Forest to predict fire risks.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5814FC-FFAD-CE67-411E-F78044231300}"/>
              </a:ext>
            </a:extLst>
          </p:cNvPr>
          <p:cNvSpPr txBox="1"/>
          <p:nvPr/>
        </p:nvSpPr>
        <p:spPr>
          <a:xfrm>
            <a:off x="7686859" y="4589427"/>
            <a:ext cx="4147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Indicate assessment of model metrics like RMSE.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8229F5-BE20-5BD7-C2E2-796A6BF6F35C}"/>
              </a:ext>
            </a:extLst>
          </p:cNvPr>
          <p:cNvSpPr txBox="1"/>
          <p:nvPr/>
        </p:nvSpPr>
        <p:spPr>
          <a:xfrm>
            <a:off x="7679981" y="5296673"/>
            <a:ext cx="4154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Interface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 the results using an interactive app.</a:t>
            </a:r>
          </a:p>
        </p:txBody>
      </p:sp>
    </p:spTree>
    <p:extLst>
      <p:ext uri="{BB962C8B-B14F-4D97-AF65-F5344CB8AC3E}">
        <p14:creationId xmlns:p14="http://schemas.microsoft.com/office/powerpoint/2010/main" val="3616021137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640A-B96F-407F-1ED0-5B85E095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SCREEN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199312-A127-EA24-D255-B0DF280AA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84" t="1619" b="-1"/>
          <a:stretch/>
        </p:blipFill>
        <p:spPr>
          <a:xfrm>
            <a:off x="736190" y="2614554"/>
            <a:ext cx="3275371" cy="3149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B0AEE-864F-51A0-7BC7-B9D919FA6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808" y="2614554"/>
            <a:ext cx="6401002" cy="3040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5B45F2-A755-EB35-CEB5-A3D1FED41067}"/>
              </a:ext>
            </a:extLst>
          </p:cNvPr>
          <p:cNvSpPr txBox="1"/>
          <p:nvPr/>
        </p:nvSpPr>
        <p:spPr>
          <a:xfrm>
            <a:off x="736190" y="2164440"/>
            <a:ext cx="2314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0F6C5-AC25-1ED3-91DD-81AD970C0A02}"/>
              </a:ext>
            </a:extLst>
          </p:cNvPr>
          <p:cNvSpPr txBox="1"/>
          <p:nvPr/>
        </p:nvSpPr>
        <p:spPr>
          <a:xfrm>
            <a:off x="5054808" y="2175075"/>
            <a:ext cx="2314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SCREEN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232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F1F0-99C3-1F19-A43C-9E82ADEFE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51133-8A12-C865-B693-E1EA3468A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evaluating your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Analysing forest fire data prediction, you can use the following evaluation metrics: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Mean Absolute Error (MAE):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average absolute difference between actual and predicted values.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MAE means better accuracy.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Root Mean Squared Error (RMSE)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Penalizes larger errors more than MAE.</a:t>
            </a: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RMSE is better.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874CF-F42F-E036-8F5A-1630FBE7C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099" y="2850734"/>
            <a:ext cx="1690739" cy="578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071AB9-D392-5EAE-DBC8-CE6D44B56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993" y="4501805"/>
            <a:ext cx="1902949" cy="5167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468F49-3DD8-176D-52D4-D90EA3351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8" t="72493" r="74594" b="11953"/>
          <a:stretch/>
        </p:blipFill>
        <p:spPr>
          <a:xfrm>
            <a:off x="1828800" y="5590727"/>
            <a:ext cx="4348180" cy="96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73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98B4-71CB-55C8-0A33-8853C8A4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DB10-94E3-4C06-D212-4EF0215F4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824943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Highlight the major outcomes from the forest fire data analysis whether it is the factors affecting fire severity, trends observed, or the significance of machine learning in predictive modeling.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Underline how these insights can be applied in real-world scenarios, such as improving forest management or implementing early warning systems for fires.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Mention any recommendations for further research or enhancements to your system, like exploring other datasets, refining the model, or using advanced visualizations.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Thought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Wrap up with a compelling statement that underscores the relevance of your work to environmental conservation and decision-making.</a:t>
            </a:r>
          </a:p>
          <a:p>
            <a:pPr marL="0" indent="0">
              <a:lnSpc>
                <a:spcPct val="110000"/>
              </a:lnSpc>
              <a:buNone/>
            </a:pPr>
            <a:endParaRPr lang="en-IN" sz="2000" dirty="0"/>
          </a:p>
        </p:txBody>
      </p:sp>
      <p:pic>
        <p:nvPicPr>
          <p:cNvPr id="2050" name="Picture 2" descr="Top 10 Conclusion Icons PowerPoint Presentation Templates in 2025">
            <a:extLst>
              <a:ext uri="{FF2B5EF4-FFF2-40B4-BE49-F238E27FC236}">
                <a16:creationId xmlns:a16="http://schemas.microsoft.com/office/drawing/2014/main" id="{8B233609-17E7-82C9-8B5C-B265F1503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6" t="14885" r="20340" b="10265"/>
          <a:stretch/>
        </p:blipFill>
        <p:spPr bwMode="auto">
          <a:xfrm>
            <a:off x="9737869" y="4352250"/>
            <a:ext cx="2454131" cy="250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203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B2C2-45BB-912E-0C91-C270812C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DDEA6-C90B-9062-B895-00BAF37D4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3552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Kaggle. (n.d.). Forest fire data UCI Dataset.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Camp. (n.d.). RANDOM FOREST in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R.Retrieved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https://www.datacamp.com/community/tutorials/logistic-regression-R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R-bloggers. (2020). Data Visualization with ggplot2 in R. Retrieved from https://www.r-bloggers.com/2020/10/data-visualization-with-ggplot2-in-r/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Essay Outline Presentation Templates">
            <a:extLst>
              <a:ext uri="{FF2B5EF4-FFF2-40B4-BE49-F238E27FC236}">
                <a16:creationId xmlns:a16="http://schemas.microsoft.com/office/drawing/2014/main" id="{211809C4-B2CF-5578-2475-F506C53EF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53"/>
          <a:stretch/>
        </p:blipFill>
        <p:spPr bwMode="auto">
          <a:xfrm>
            <a:off x="7751752" y="681037"/>
            <a:ext cx="4440248" cy="540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394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6DA8B6-B519-3AD9-C1C7-68B2D737E9F2}"/>
              </a:ext>
            </a:extLst>
          </p:cNvPr>
          <p:cNvSpPr txBox="1"/>
          <p:nvPr/>
        </p:nvSpPr>
        <p:spPr>
          <a:xfrm>
            <a:off x="3048981" y="2579005"/>
            <a:ext cx="6094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YOU..!!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98325-FF34-97B9-88B3-1122A3434546}"/>
              </a:ext>
            </a:extLst>
          </p:cNvPr>
          <p:cNvSpPr txBox="1"/>
          <p:nvPr/>
        </p:nvSpPr>
        <p:spPr>
          <a:xfrm>
            <a:off x="3762120" y="3653662"/>
            <a:ext cx="4667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 YOU FOR GIVING ME THE OPPORTUNITY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036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580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Franklin Gothic Book</vt:lpstr>
      <vt:lpstr>Swis721 BlkOul BT</vt:lpstr>
      <vt:lpstr>Times New Roman</vt:lpstr>
      <vt:lpstr>Office Theme</vt:lpstr>
      <vt:lpstr>PowerPoint Presentation</vt:lpstr>
      <vt:lpstr>ABSTRACT</vt:lpstr>
      <vt:lpstr>METHODOLOGY</vt:lpstr>
      <vt:lpstr>INPUT/OUTPUT SCREEN </vt:lpstr>
      <vt:lpstr>RESULT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Nivetha S</dc:creator>
  <cp:lastModifiedBy>Nivetha S</cp:lastModifiedBy>
  <cp:revision>1</cp:revision>
  <dcterms:created xsi:type="dcterms:W3CDTF">2025-04-16T18:15:18Z</dcterms:created>
  <dcterms:modified xsi:type="dcterms:W3CDTF">2025-04-16T19:58:35Z</dcterms:modified>
</cp:coreProperties>
</file>